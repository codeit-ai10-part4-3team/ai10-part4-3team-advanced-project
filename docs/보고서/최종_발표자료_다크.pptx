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2744C"/>
                </a:solidFill>
                <a:latin typeface="Malgun Gothic"/>
              </a:rPr>
              <a:t>HAPPY 3팀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CEEE6"/>
                </a:solidFill>
                <a:latin typeface="Malgun Gothic"/>
              </a:rPr>
              <a:t>광고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A8AE9C"/>
                </a:solidFill>
                <a:latin typeface="Malgun Gothic"/>
              </a:rPr>
              <a:t>브랜드 톤을 지키는 만화형 광고 소재 생성 서비스입니다.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A8AE9C"/>
                </a:solidFill>
                <a:latin typeface="Malgun Gothic"/>
              </a:rPr>
              <a:t>제품 정보와 사진을 넣으면 텍스트 시안을 먼저 확인하고,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A8AE9C"/>
                </a:solidFill>
                <a:latin typeface="Malgun Gothic"/>
              </a:rPr>
              <a:t>확정 시점에 이미지를 한 번 생성합니다.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8AE9C"/>
                </a:solidFill>
                <a:latin typeface="Malgun Gothic"/>
              </a:rPr>
              <a:t>정승호 · 신호정 · 임동규 · 송기하   |   최종 프로젝트 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1. 문제 정의 — 소상공인은 왜 광고를 못 만드는가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2. 서비스 소개 — 무엇을 만들었나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3. 차별화 가설 — 왜 만화인가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4. 시스템 아키텍처 / 기술 스택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5. 핵심 기능 구현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6. 활용 방식 — 왜 파인튜닝을 하지 않았나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7. 기술 결정 — API로 가되, 절제해서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8. 개발 과정 — 일정과 협업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9. 결과 및 성과 — 무엇이 증명됐나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10. 테스트 및 평가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11. 문제 해결 사례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ECEEE6"/>
                </a:solidFill>
                <a:latin typeface="Malgun Gothic"/>
              </a:rPr>
              <a:t>•  12. 한계와 배운 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문제 정의: 소상공인은 왜 광고를 못 만드는가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디자이너를 두기 어려운 소상공인이 겪는 문제를, 우리는 이렇게 다시 정의했습니다.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진입 장벽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소규모 판매자는 기획, 카피, 디자인을 모두 감당하기 어렵습니다. 캐릭터 외주는 건당 평균 약 9만 원이고, 소재마다 재발주해야 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수요의 이원화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단발성 홍보와 콘텐츠성 게시물은 필요한 산출물의 형태가 다릅니다.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입력 부담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설정 옵션이 많으면 사용자가 중간에 이탈합니다.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결과 통제 불가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마음에 들지 않아도 무엇을 어떻게 바꿔야 할지 알 수 없습니다.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취향을 말로 못 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원하는 그림체가 있어도 글로 표현할 수단이 없습니다.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기획서 1, 2절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서비스 소개: 무엇을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글과 사진을 넣으면, 브랜드 톤의 광고 소재가 나옵니다.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기본 정보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제품명, 소구점, 자유 메모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시각 자료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제품 사진 1장, 화풍 예시 선택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필수 입력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3개뿐, 나머지는 자동 채움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대상과 가치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디자이너를 두기 어려운 소상공인, 소규모 마케팅 팀 / 일관된 브랜드 톤 유지, 외주 없이 분 단위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출력 (산출물은 이미지 한 장, 컷 수만 다릅니다)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단일 광고형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카피 포함, 단발성 홍보용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만화형 6칸 (3x2)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칸당 1152px, 콘텐츠성 게시물용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처리 흐름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정보 입력 → 브리프 자동 채움 → 시안 확인/수정 → 확정 후 렌더 → 다운로드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인프라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GCP GPU VM 1대 단일 노드, React + 엔진 파이프라인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차별화 가설: 왜 만화인가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잘 만드는 싸움이 아니라, 다른 것을 만드는 싸움으로 옮겼습니다.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시장 차별화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기존 AI 도구는 정적 이미지, 템플릿 영역에서 이미 포화 상태입니다. 형식을 바꿔 같은 광고 목적을 다른 결과물로 경쟁 축을 이동했습니다.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스토리텔링 효과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스토리가 있는 광고가 제품 기억, 광고 태도, 구매 의도에서 앞선다는 연구가 있습니다. 문제·해결·제품 경험을 6칸의 연속된 장면으로 전달합니다.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제작비 장벽 해소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캐릭터 외주는 건당 평균 약 9만 원이고 소재마다 재발주해야 하는 비용 장벽을 없앱니다.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유통 채널 적합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3x2 규격(3456x2304)이 인스타그램 그리드·캐러셀 포맷과 정합하며, 1152px 고정 크롭으로 소셜 캐러셀 소재로 즉시 변환됩니다.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AE9C"/>
                </a:solidFill>
                <a:latin typeface="Malgun Gothic"/>
              </a:rPr>
              <a:t>검증 가설의 범위: 이 프로젝트는 “만화가 항상 더 좋은 광고”임을 주장하지 않습니다. 형식 채택의 근거와 AI를 통한 제작 가능성을 기술적으로 실증하는 데 집중했고, 소상공인 대상 실증 사례는 찾지 못했다는 한계도 함께 밝힙니다.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만화형 채택 근거 (검증 7순위 산출물)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구현보다 계약이 먼저입니다. HTTP 계약 하나로 두 앱을 묶은 비동기 파이프라인입니다.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구성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GCP GPU VM 1대(GPU 1개) 위에 frontend(입력 폼, 진행 표시, 결과 갤러리) · backend(인증, 검증, 잡 수명주기, 렌더 배경 작업) · ai-engine(프롬프트 조립, 생성, 가드레일) · 외부 이미지 생성 API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상태 저장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SQLite 파일 1개, 로컬 디스크. 브로커 없는 잡 큐, 직렬 1건은 저장소가 강제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계약이 먼저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두 앱의 결합점은 openapi.yaml 하나뿐입니다. 구현보다 계약을 먼저 동결하는 원칙으로 3주를 지켰습니다.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비동기 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요청 즉시 jobId를 반환하고 동기로 붙들지 않습니다. 브로커 없이 같은 프로세스의 배경 작업입니다.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만화형 생성 순서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1번 칸을 먼저 생성하고, 나머지 5칸이 1번 칸을 참조해 동시에 생성된 뒤 3x2로 합성됩니다.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카피 가드레일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입력에 없는 효능, 수치, 수상 이력은 쓰지 않도록 지시하고, 출력에서 검출되면 1회 재생성합니다.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아키텍처.md 1, 5절, ADR-0015, ADR-0017, ADR-0019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무엇을 썼는지가 아니라, 왜 그것을 골랐는지가 중요합니다.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백엔드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얇은 라우터와 도메인 계층(backend_core)을 분리하기 쉽고, 비동기 처리와 스키마 검증이 표준으로 갖춰져 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프론트엔드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빠른 개발 서버와 타입 안전성을 확보합니다. pnpm 사용.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이미지 생성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외부 API (gpt-image-2). 로컬 모델 학습·서빙 비용 없이 검증된 품질을 바로 확보합니다. 로컬 모델은 실측 후 미채택 확정.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카피 생성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텍스트와 이미지 경로를 동일한 공급자(GPT API)로 단순화합니다.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파인튜닝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사용 안 함. 학습 데이터 출처와 권리 범위가 확보되지 않은 상태에서는 배포 판단을 내리지 않기로 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상태 저장소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파일 1개. 인스턴스 1대, 워커 1개 규모에 맞는 최소 구성입니다.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파일 보관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로컬 디스크. 이미지 바이트는 DB에 넣지 않고 경로만 둡니다.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브로커 없음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같은 프로세스의 배경 작업으로, 별도 큐 인프라 없이 직렬 1건을 저장소가 강제합니다.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운영 스펙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가용 VRAM 22.5GB, 호스트 RAM 16GB의 고정 스펙에서 운영. HTTPS는 앞단 프록시가 종단합니다.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아키텍처.md 3절, ADR-0003, ADR-0004, ADR-0010, ADR-0011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핵심 기능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네 가지 핵심 기능을 입력, 처리, 출력 구조로 설명합니다.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브리프 자동 채움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입력: 제품 사진 1장, 제품명, 소구점, 자유 메모(선택) → 처리: 사진 첨부 호출 1회로 카테고리·타겟 추론, 나머지는 후보군 랜덤·기본값 → 출력: 완전한 광고 기획서(자동 채운 항목 표시, 수정 가능)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시안 생성과 부분 교체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입력: 브리프, 출력 유형 → 처리: 만화형은 6칸 스토리보드+기획안, 단일 광고형은 카피+비주얼 구성안, 수정 요청은 지정한 필드만 변경 → 출력: 확정 전까지 반복 수정 가능한 텍스트 시안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만화형 컷별 생성과 합성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입력: 확정된 6칸 스토리보드, 화풍 → 처리: 1번 칸을 기준으로 생성 후 2~6번 칸을 레퍼런스로 동시 호출, 한 칸이라도 실패하면 잡 전체 실패 → 출력: 이미지 1장(칸당 1152x1152, 여백 0px)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가드레일 검증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입력: 생성된 대사 → 처리: 소구점에 없는 수치·효능·성분·수상 이력·타사 비교를 프롬프트 지시+출력 검증 두 지점에서 차단, 위반 시 1회 재생성 → 출력: 근거 기반 대사, 또는 재차 위반 시 명시적 거절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아키텍처.md 5, 5.1절, 구현 범위.md 2.1, 2.2절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활용 방식: 왜 파인튜닝을 하지 않았나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자체 모델을 학습시키는 대신, 외부 API 오케스트레이션과 규칙 기반 가드레일로 품질을 만듭니다.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선택한 방식: 외부 API 오케스트레이션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이미지는 gpt-image-2, 카피는 GPT API를 프롬프트 엔지니어링으로 호출합니다.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파인튜닝(LoRA) 보류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ADR-0004로 명시적 보류 — 학습 데이터의 출처와 권리 범위가 확보되지 않은 상태에서는 배포 판단을 내리지 않기로 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ECEEE6"/>
                </a:solidFill>
                <a:latin typeface="Malgun Gothic"/>
              </a:rPr>
              <a:t>•  품질 검증 축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0">
                <a:solidFill>
                  <a:srgbClr val="A8AE9C"/>
                </a:solidFill>
                <a:latin typeface="Malgun Gothic"/>
              </a:rPr>
              <a:t>    가드레일은 규칙 기반 검출 함수, 한글 대사와 캐릭터 일관성은 결과물을 만들지 않은 사람 2명이 판정합니다. 채점 모델도 생성 모델과 다르게 둡니다.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ADR-0003, ADR-0004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로컬 모델도 실험했습니다 (검증 4순위)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FLUX, Qwen-Image, SDXL을 실구동 — 한글 텍스트가 결정적 약점이었습니다.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한글 텍스트 한계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FLUX는 한글 프롬프트 자체를 이해 못했고, Qwen-Image는 글자 모양은 한글에 가까워도 철자가 0/5로 틀렸습니다.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이중 참조 IP-Adapter로 우회 성공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화풍용·빈 라벨 제품용 레퍼런스 2장을 서로 다른 U-Net 블록에 주입해 텍스트 없는 제품 이미지 생성률을 끌어올렸습니다.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남는 문제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다만 후처리 합성이 전제이고 번역 단계가 새로 필요하며, 제품 정합성은 이번 실험에서 측정하지 못했습니다.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B04E72"/>
                </a:solidFill>
                <a:latin typeface="Malgun Gothic"/>
              </a:rPr>
              <a:t>결정 구조: 수행자를 뺀 판정자 2명(임동규, 송기하)이 전원 동의해 로컬 미채택을 확정했습니다. 자기 결과물을 자기가 채점하지 않는다는 원칙을 지켰습니다.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로컬모델 보고서.md, ADR-0003, ADR-0004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기술 결정: API로 가되, 절제해서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외부 API 90회, 로컬 후보 3종을 실제로 돌려보고 갈리는 지점만 정리했습니다.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한글 텍스트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외부 API: 90회 x 6칸 오탈자 0건(판정자 3명 전원) / 로컬: 모델이 직접 그리지 못해 후처리 합성으로 구조적 보장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화풍 통제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외부 API: 프롬프트 문구뿐이라 재현이 불안정 / 로컬: 이중 참조로 화풍 6종 전이 관찰(육안 확인, 판정자 검증 전)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컷 경계/시간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칸별 생성 후 합성, 1152px 정확, low 병렬 55.9초 / 제품당 15.2초(만화형 6칸은 미측정)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비용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만화형 medium 세트당 약 0.43 USD, 한도 30 USD에서 74세트 상한 / 로컬은 전기값 외 0 USD, 단 GPU 1대를 학습·서빙과 시간 분할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판단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로컬의 화풍 통제 이득이, 번역 단계 신설과 GPU 시간 분할, 만화형 미측정 등 채택 부담을 상쇄하지 못합니다.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예산 운용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경로 검증 90회에 6.06 USD를 썼고, 이후 개발은 스텁, 확인은 low, 최종 확인만 medium 등급으로 절제했습니다.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생성 비교표.md, 2026-08-20 검증4순위 회의록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개발 과정: 일정과 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계약 동결 목표는 놓쳤지만, 근거를 남기며 5일 지연 끝에 관통했습니다.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주요 마일스톤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계약 교체(동결 목표 08-08 미달성) → 스켈레톤 관통(목표 대비 5일 지연) → 배포·재부팅 검증 → 검증 종료 → 지표 실측, E2E, 제출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역할 분담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4명이 7역할 겸임 — 정승호(기획/학습·데이터/QA), 신호정(테크리드/AI 생성·서빙), 그 외 백엔드·인프라, 프론트엔드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팀 변화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5명에서 4명으로 — 생성/학습 겸임이던 팀원 하차로 정승호가 겸임 확대(조건부 예외), eval/ 오너를 정승호·신호정 공동으로 둬 상호 승인이 걸리게 완화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협업 규칙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피처 브랜치 → PR → 병합 순으로 모든 PR을 막습니다. 버전은 4개 파일이 한 쌍이며, 스크립트가 자동으로 어긋남을 검출합니다.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00-overall.md, 2026-08-14 역할 재배정 회의록, git log 실측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결과 및 성과: 무엇이 증명됐나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사람 리뷰가 아니라 재현 가능한 스크립트로 증명합니다. 표본 수를 결과와 함께 말합니다.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한글 대사 표기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오탈자 0건, 판정 통과 (본안 20회 + 예비안 10회, 각 6칸)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컷 경계 제어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한 장 생성 시 1101px로 미달, 컷별 생성 후 합성으로 1152px 정확, 여백 0px (20세트 픽셀 실측)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캐릭터/화풍 일관성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만장일치 — 판정자 3명, 화풍 8종, 1152px 6칸 세트, 회차 전부 3/3 동의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가드레일 대조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1차 생성 위반 on팔 3/30, 1회 재생성 후 최종 위반 양팔 모두 0/30 (팔당 30건)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카피 사실 일치율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처음 관측된 두 팔의 차이 (표본 20세션, 채점 모델은 생성 모델과 다름)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실물 관통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통과 (brief 13초 + 시안 44초 + 렌더 111초) — 배포 스택, 만화형 1회, 다운로드까지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비용/시간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컷별 생성이 한 장 생성보다 저렴(low). 병렬 호출로 132.4초에서 55.9초로 단축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API생성 보고서, 검증 3·5순위 판정 보고서, 가드레일 보고서, 지표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테스트 및 평가: 무엇으로 검증했는가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기능 테스트와 품질 지표를 스크립트로 재현 가능하게 묶었습니다.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자동화 품질 게이트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모든 PR에서 required CI 5종(ruff, mypy, 백엔드/ai-engine 단위 테스트, pre-commit 훅 전량)이 통과해야 병합됩니다. 버전 4개 파일 동기화, gitleaks 시크릿 스캔이 이중으로 걸립니다.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관통(e2e) 테스트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브라우저 흐름과 HTTP 흐름 두 하네스가 입력부터 다운로드까지를 고정합니다. 배포 스택 기준 6건 전부 통과, skip 0건(9.76초).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배포 실패 모드 4종 실측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브리프 열화(201 degraded), 생성 타임아웃(504), 브리프 잠금 해제, 렌더 실패(200 failed) — 설계한 대로 응답하는지 확인했습니다.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ECEEE6"/>
                </a:solidFill>
                <a:latin typeface="Malgun Gothic"/>
              </a:rPr>
              <a:t>•  하네스 원칙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0">
                <a:solidFill>
                  <a:srgbClr val="A8AE9C"/>
                </a:solidFill>
                <a:latin typeface="Malgun Gothic"/>
              </a:rPr>
              <a:t>    지표 함수는 순수 함수이고, 채점 모델은 생성 모델과 다르게 둡니다(자기 채점 편향 배제). 주관이 섞이는 축은 결과를 만들지 않은 팀원이 판정합니다.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개발자 가이드.md 2, 4절, 배포 실패모드 보고서.md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문제 해결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실제로 부딪힌 문제를 원인까지 좁혀 고친 세 가지 사례입니다.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컷 경계가 프롬프트만으로는 안 맞았습니다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원인: 한 장에 6칸을 그리게 하면 칸 폭이 1101px로 규격(1152px)에 못 미침 — 픽셀 단위 격자를 프롬프트 문구로만 지시하는 한계 → 해결: 컷을 따로 생성한 뒤 합성(ADR-0017), 칸 폭 1152px·여백 0px 달성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배포 스크립트가 자기 자신을 고치다 스스로 멈췄습니다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원인: 스크립트가 시작 시 자신을 다시 읽어 실행하는데 조건문의 반환값이 함수 반환값으로 새어나가 set -e에 걸림 → 해결: 조건문 반환값이 함수 반환에 영향 없도록 수정, 재실행하면 정상 완료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50" b="1">
                <a:solidFill>
                  <a:srgbClr val="ECEEE6"/>
                </a:solidFill>
                <a:latin typeface="Malgun Gothic"/>
              </a:rPr>
              <a:t>•  평가 하네스가 대조군과 처리군 결과를 뒤섞었습니다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50" b="0">
                <a:solidFill>
                  <a:srgbClr val="A8AE9C"/>
                </a:solidFill>
                <a:latin typeface="Malgun Gothic"/>
              </a:rPr>
              <a:t>    원인: 두 팔의 결과를 파일 하나에 구분 없이 이어 쓰는 구조 → 해결: 팔별 파일 분리 + 모드 필드 추가, 골든셋 스키마 사전 검증 절차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ADR-0017, 배포 보고서.md, 가드레일 보고서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2744C"/>
                </a:solidFill>
                <a:latin typeface="Malgun Gothic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CEEE6"/>
                </a:solidFill>
                <a:latin typeface="Malgun Gothic"/>
              </a:rPr>
              <a:t>알면서 남긴 한계, 그리고 배운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8AE9C"/>
                </a:solidFill>
                <a:latin typeface="Malgun Gothic"/>
              </a:rPr>
              <a:t>심사자가 찾기 전에 우리가 먼저 말합니다. 각 항목은 회의록으로 남긴 결정입니다.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881360" cy="15240"/>
          </a:xfrm>
          <a:prstGeom prst="rect">
            <a:avLst/>
          </a:prstGeom>
          <a:solidFill>
            <a:srgbClr val="627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알면서 남긴 한계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화풍 이름 인식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판정자 3명 모두 이름만으로 그림체를 떠올리지 못한 화풍이 있었습니다.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가드레일 거짓 양성/사각지대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“하루 종일” 같은 정성적 수량 표현은 검사망 밖입니다.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대사 25자 상한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프롬프트 지침만 있고 강제 검사는 없음(회의 결정). 26자 이상은 아직 재지 않았습니다.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게시 순서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만화 읽기 순서와 인스타그램 실제 게시 순서가 맞는지는 실계정 확인 전입니다.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배운 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문서에 쓴 시간은 사라지지 않았습니다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결정마다 근거가 남아 같은 논쟁을 두 번 하지 않았습니다.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실측이 계획을 이겼습니다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“비싸서 못 쓴다”던 컷별 생성이 실측에서는 더 저렴하고 시간도 단축됐습니다.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역할은 소유의 경계이지 협력의 벽이 아니었습니다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마무리 주간, 소관 밖 작업도 승인 절차를 근거로 남기고 진행했습니다.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AE9C"/>
                </a:solidFill>
                <a:latin typeface="Malgun Gothic"/>
              </a:rPr>
              <a:t>근거: 2026-08-24 제출 전 8건 확정, 2026-08-18 이미지 생성 경로 결정 회의록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CEEE6"/>
                </a:solidFill>
                <a:latin typeface="Malgun Gothic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8AE9C"/>
                </a:solidFill>
                <a:latin typeface="Malgun Gothic"/>
              </a:rPr>
              <a:t>브랜드 톤을 지키는 만화형 광고 소재 생성입니다. 형식을 바꾼 근거와 제작 가능성을 실측으로 남겼습니다.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왜 만화인가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시장 포화, 스토리텔링 효과, 제작비 장벽, 유통 채널 적합 — 4축으로 답합니다. 소상공인 실증 사례는 못 찾았다는 한계도 함께 말합니다.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왜 파인튜닝을 안 했나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학습 데이터의 출처와 권리 범위가 확보되지 않았습니다(ADR-0004).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ECEEE6"/>
                </a:solidFill>
                <a:latin typeface="Malgun Gothic"/>
              </a:rPr>
              <a:t>•  가드레일이 실제로 잡는가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A8AE9C"/>
                </a:solidFill>
                <a:latin typeface="Malgun Gothic"/>
              </a:rPr>
              <a:t>    1차 생성에서 30건 중 3건을 잡아 재생성했고, 최종 출력 위반은 0건이었습니다(ADR-0019).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8AE9C"/>
                </a:solidFill>
                <a:latin typeface="Malgun Gothic"/>
              </a:rPr>
              <a:t>검증 기록: 회의록 13건, ADR 20건, 외부 API 90회, 판정 2인 체제 — 정승호, 신호정, 임동규, 송기하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